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NOBLE Research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What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743200" cy="50800"/>
          </a:xfrm>
          <a:prstGeom prst="rect">
            <a:avLst/>
          </a:prstGeom>
          <a:solidFill>
            <a:srgbClr val="C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>
                <a:solidFill>
                  <a:srgbClr val="FFFFFF"/>
                </a:solidFill>
                <a:latin typeface="Arial"/>
              </a:rPr>
              <a:t>  I heard you. The repo was overwhelming.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>
                <a:solidFill>
                  <a:srgbClr val="FFFFFF"/>
                </a:solidFill>
                <a:latin typeface="Arial"/>
              </a:rPr>
              <a:t>  I created a personal notebook for each of you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>
                <a:solidFill>
                  <a:srgbClr val="FFFFFF"/>
                </a:solidFill>
                <a:latin typeface="Arial"/>
              </a:rPr>
              <a:t>  Working code is already inside. You run it, not write it from scratch.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>
                <a:solidFill>
                  <a:srgbClr val="FFFFFF"/>
                </a:solidFill>
                <a:latin typeface="Arial"/>
              </a:rPr>
              <a:t>  Your notebook covers the full pipeline: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>
                <a:solidFill>
                  <a:srgbClr val="FFFFFF"/>
                </a:solidFill>
                <a:latin typeface="Arial"/>
              </a:rPr>
              <a:t>      Explore data  &gt;  Download images  &gt;  Write prompts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>
                <a:solidFill>
                  <a:srgbClr val="FFFFFF"/>
                </a:solidFill>
                <a:latin typeface="Arial"/>
              </a:rPr>
              <a:t>      Generate synthetic images  &gt;  Degrade to surveillance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A6FA5"/>
                </a:solidFill>
                <a:latin typeface="Arial"/>
              </a:rPr>
              <a:t>Your Notebook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200400" cy="50800"/>
          </a:xfrm>
          <a:prstGeom prst="rect">
            <a:avLst/>
          </a:prstGeom>
          <a:solidFill>
            <a:srgbClr val="C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6FA5"/>
                </a:solidFill>
                <a:latin typeface="Arial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0:  Setup (clone + venv)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1:  Explore the dataset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2:  Download real images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3:  Write prompts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4:  Generate synthetic images (GPU)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5:  Degrade images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6:  Reading notes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Arial"/>
              </a:rPr>
              <a:t>  Part 7:  Progress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6FA5"/>
                </a:solidFill>
                <a:latin typeface="Arial"/>
              </a:rP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11680"/>
            <a:ext cx="5029200" cy="12801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E7D32"/>
                </a:solidFill>
                <a:latin typeface="Arial"/>
              </a:rPr>
              <a:t>Code cells = Just run them
</a:t>
            </a:r>
          </a:p>
          <a:p>
            <a:pPr algn="ctr"/>
            <a:r>
              <a:rPr sz="1800">
                <a:solidFill>
                  <a:srgbClr val="4CAF50"/>
                </a:solidFill>
                <a:latin typeface="Arial"/>
              </a:rPr>
              <a:t>The code works. Click 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566160"/>
            <a:ext cx="5029200" cy="12801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E65100"/>
                </a:solidFill>
                <a:latin typeface="Arial"/>
              </a:rPr>
              <a:t>"YOUR TURN" sections = You fill in
</a:t>
            </a:r>
          </a:p>
          <a:p>
            <a:pPr algn="ctr"/>
            <a:r>
              <a:rPr sz="1800">
                <a:solidFill>
                  <a:srgbClr val="FF9800"/>
                </a:solidFill>
                <a:latin typeface="Arial"/>
              </a:rPr>
              <a:t>Observations, prompts, reading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5120640"/>
            <a:ext cx="5029200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4A6FA5"/>
                </a:solidFill>
                <a:latin typeface="Arial"/>
              </a:rPr>
              <a:t>Progress tracker at the bottom shows where you stand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5400" cy="5029200"/>
          </a:xfrm>
          <a:prstGeom prst="rect">
            <a:avLst/>
          </a:prstGeom>
          <a:solidFill>
            <a:srgbClr val="E8D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A6FA5"/>
                </a:solidFill>
                <a:latin typeface="Arial"/>
              </a:rPr>
              <a:t>This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743200" cy="50800"/>
          </a:xfrm>
          <a:prstGeom prst="rect">
            <a:avLst/>
          </a:prstGeom>
          <a:solidFill>
            <a:srgbClr val="C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513840"/>
            <a:ext cx="502920" cy="50292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Clone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Instructions are in the notebook (Part 0)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473960"/>
            <a:ext cx="502920" cy="50292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Set up your venv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Instructions are in the notebook (Part 0)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34080"/>
            <a:ext cx="502920" cy="50292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Run Parts 0-2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Setup + Explore + Download a test batch of images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394200"/>
            <a:ext cx="502920" cy="50292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Write 5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09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In Part 3. Study the examples, then write your own.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354320"/>
            <a:ext cx="502920" cy="502920"/>
          </a:xfrm>
          <a:prstGeom prst="ellipse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Reading summaries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Fill in Part 6 with your assigned readings.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035040"/>
            <a:ext cx="11277295" cy="6400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4654A"/>
                </a:solidFill>
                <a:latin typeface="Arial"/>
              </a:rPr>
              <a:t>Stuck for more than 15 minutes? Message Dr. Scruse. Don't spin your wheels.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